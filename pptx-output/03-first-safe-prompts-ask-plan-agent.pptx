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habit-building module. Learners are not trying to be clever with prompts. They are trying to be safe, specific, and reviewable.</a:t>
            </a:r>
          </a:p>
          <a:p>
            <a:r>
              <a:t>Assume module 02 setup is complete. This module turns product access into safer prompt habits and prepares learners for the context controls in module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Reinforce that the first prompt sets the quality bar for the whole interaction.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AI often follows the level of specificity the user provides.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 Ask as the lowest-risk starting point, Edit as the next step up for targeted changes, and Agent as the highest-autonomy option.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one bad example such as `make this better` and explain why it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learners this is the easiest reusable template in the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weak prompt produced a valid but uncommented measure with no guard. The specific prompt added a business-definition comment, a zero-revenue guard, and preserved the original logic. Ask learners: which would you feel confident merging into a shared Power BI model?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weak prompt generated a one-line comment that adds almost no value. The specific prompt produced a structured prerequisites block that another data scientist could actually use. Point out that the AI will match the precision of the prompt -- vague in, vague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weak prompt produced a syntactically valid query but missed the NULL check, test-account filter, and had no operational context. The specific prompt gave the AI enough constraints to produce a production-ready transform. Ask: what would happen if the test-account filter was missing in your pipeline?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value here is not just different text. The value is different risk and different review burden.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Repeat the rule: never accept a change you cannot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exercise small. One file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as the instructor completion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Encourage examples from BI, DS, and DE work rather than abstract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the official docs with the workspace reference so learners have both product guidance and a local baseline they can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34095" y="-1371600"/>
            <a:ext cx="5486400" cy="5486400"/>
          </a:xfrm>
          <a:prstGeom prst="ellipse">
            <a:avLst/>
          </a:prstGeom>
          <a:solidFill>
            <a:srgbClr val="224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5029200"/>
            <a:ext cx="1371600" cy="13716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egoe UI"/>
              </a:rPr>
              <a:t>First Safe Prompts For Ask, Edit, Plan, And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DC3C7"/>
                </a:solidFill>
                <a:latin typeface="Segoe UI"/>
              </a:rPr>
              <a:t>15 slides  |  BI, Data Science, Data Engineering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572000"/>
            <a:ext cx="274320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5A5A6"/>
                </a:solidFill>
                <a:latin typeface="Segoe UI"/>
              </a:rPr>
              <a:t>AI Coding Agent Training  |  GitHub Copilot in VS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Title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First Safe Prompts For Ask, Edit, Plan, And Agent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Beginner module for BI, DS, and DE teams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92024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Frame this as the habit-building module. Learners are not trying to be clever with prompts. They are trying to be safe, specific, and reviewable.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Assume module 02 setup is complete. This module turns product access into safer prompt habits and prepares learners for the context controls in module 04.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First Safe Prompts For Ask, Edit, Plan, And Agent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Learning Objectives</a:t>
            </a:r>
          </a:p>
        </p:txBody>
      </p:sp>
      <p:sp>
        <p:nvSpPr>
          <p:cNvPr id="5" name="Pentagon 4"/>
          <p:cNvSpPr/>
          <p:nvPr/>
        </p:nvSpPr>
        <p:spPr>
          <a:xfrm>
            <a:off x="10972800" y="274320"/>
            <a:ext cx="548640" cy="548640"/>
          </a:xfrm>
          <a:prstGeom prst="homePlat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Choose Ask, Edit, Plan, or Agent appropriately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Improve vague prompts into safe prompts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Add scope, output, and validation criteria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Review Agent output before accepting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Reinforce that the first prompt sets the quality bar for the whole interaction.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First Safe Prompts For Ask, Edit, Plan, And Agent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Why First Prompts Matter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Bad first prompts create bad first habits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Safer prompts reduce wasted edits and rework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Prompt quality matters more than prompt length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Explain that AI often follows the level of specificity the user provides.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First Safe Prompts For Ask, Edit, Plan, And Agent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Ask, Edit, Plan, And Agent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Ask: explain, orient, summarize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Edit: targeted inline changes with diff review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Plan: break work into reviewable steps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Agent: perform bounded implementation 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Position Ask as the lowest-risk starting point, Edit as the next step up for targeted changes, and Agent as the highest-autonomy option.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First Safe Prompts For Ask, Edit, Plan, And Agent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Signs A Prompt Is Too Weak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vague goal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unclear scope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missing audience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no validation method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too much autonomy too early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Give one bad example such as `make this better` and explain why it fails.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First Safe Prompts For Ask, Edit, Plan, And Agent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Safe Prompt Formula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Goal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Scope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Audience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Expected output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Validation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Tell learners this is the easiest reusable template in the module.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First Safe Prompts For Ask, Edit, Plan, And Agent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BI Example -- Prompt-Driven DAX Improvement</a:t>
            </a:r>
          </a:p>
        </p:txBody>
      </p:sp>
      <p:sp>
        <p:nvSpPr>
          <p:cNvPr id="5" name="Chevron 4"/>
          <p:cNvSpPr/>
          <p:nvPr/>
        </p:nvSpPr>
        <p:spPr>
          <a:xfrm>
            <a:off x="10972800" y="274320"/>
            <a:ext cx="548640" cy="548640"/>
          </a:xfrm>
          <a:prstGeom prst="chevron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Scenario: Two prompts produce different DAX measure quality. Compare the outputs.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Review: Which output is safer to approve? Why?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The weak prompt produced a valid but uncommented measure with no guard. The specific prompt added a business-definition comment, a zero-revenue guard, and preserved the original logic. Ask learners: which would you feel confident merging into a shared Power BI model?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First Safe Prompts For Ask, Edit, Plan, And Agent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DS Example -- Prompt-Driven Notebook Improvement</a:t>
            </a:r>
          </a:p>
        </p:txBody>
      </p:sp>
      <p:sp>
        <p:nvSpPr>
          <p:cNvPr id="5" name="Chevron 4"/>
          <p:cNvSpPr/>
          <p:nvPr/>
        </p:nvSpPr>
        <p:spPr>
          <a:xfrm>
            <a:off x="10972800" y="274320"/>
            <a:ext cx="548640" cy="548640"/>
          </a:xfrm>
          <a:prstGeom prst="chevron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Scenario: Two prompts produce different notebook documentation quality.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Review: Which output helps a teammate reproduce the experiment?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The weak prompt generated a one-line comment that adds almost no value. The specific prompt produced a structured prerequisites block that another data scientist could actually use. Point out that the AI will match the precision of the prompt -- vague in, vague 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First Safe Prompts For Ask, Edit, Plan, And Agent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DE Example -- Prompt-Driven SQL Transformation Fix</a:t>
            </a:r>
          </a:p>
        </p:txBody>
      </p:sp>
      <p:sp>
        <p:nvSpPr>
          <p:cNvPr id="5" name="Chevron 4"/>
          <p:cNvSpPr/>
          <p:nvPr/>
        </p:nvSpPr>
        <p:spPr>
          <a:xfrm>
            <a:off x="10972800" y="274320"/>
            <a:ext cx="548640" cy="548640"/>
          </a:xfrm>
          <a:prstGeom prst="chevron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Scenario: Two prompts produce different quality fixes for a pipeline SQL transform.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Review: Which output is safe to deploy to production?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The weak prompt produced a syntactically valid query but missed the NULL check, test-account filter, and had no operational context. The specific prompt gave the AI enough constraints to produce a production-ready transform. Ask: what would happen if the test-account filter was missing in your pipeline?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First Safe Prompts For Ask, Edit, Plan, And Agent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Compare Outputs By Mode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Ask output: explanation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Plan output: sequence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Agent output: change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The value here is not just different text. The value is different risk and different review burden.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First Safe Prompts For Ask, Edit, Plan, And 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Review Before Accepting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Inspect scope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Check file count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Verify one visible condition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Reject or refine if needed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Repeat the rule: never accept a change you cannot explain.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First Safe Prompts For Ask, Edit, Plan, And Agent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Prompt Practice Drill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Write one Ask prompt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Write one Plan prompt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Write one Agent prompt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Compare outputs and record one validation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Keep the exercise small. One file is enough.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First Safe Prompts For Ask, Edit, Plan, And Agent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Readiness Check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Learner can distinguish modes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Learner can improve a weak prompt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Learner can constrain Agent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Use this as the instructor completion check.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First Safe Prompts For Ask, Edit, Plan, And Agent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Team Debrief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Which mode feels safest to start with?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What makes a prompt reviewable?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Encourage examples from BI, DS, and DE work rather than abstract discussion.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First Safe Prompts For Ask, Edit, Plan, And Agent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References</a:t>
            </a:r>
          </a:p>
        </p:txBody>
      </p:sp>
      <p:sp>
        <p:nvSpPr>
          <p:cNvPr id="5" name="Folded Corner 4"/>
          <p:cNvSpPr/>
          <p:nvPr/>
        </p:nvSpPr>
        <p:spPr>
          <a:xfrm>
            <a:off x="10972800" y="274320"/>
            <a:ext cx="548640" cy="548640"/>
          </a:xfrm>
          <a:prstGeom prst="foldedCorner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5D6D7E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VS Code chat overview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5D6D7E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VS Code prompt engineering guide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5D6D7E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VS Code AI best practices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5D6D7E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Workspace reference: references/copilot-agent-beginner-best-practices.md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Pair the official docs with the workspace reference so learners have both product guidance and a local baseline they can reuse.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First Safe Prompts For Ask, Edit, Plan, And Agent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0" y="914400"/>
            <a:ext cx="3931920" cy="393192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29184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DC3C7"/>
                </a:solidFill>
                <a:latin typeface="Segoe UI"/>
              </a:rPr>
              <a:t>First Safe Prompts For Ask, Edit, Plan, And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389120"/>
            <a:ext cx="3017520" cy="457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  <a:latin typeface="Segoe UI"/>
              </a:rPr>
              <a:t>AI Coding Agent Training  |  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