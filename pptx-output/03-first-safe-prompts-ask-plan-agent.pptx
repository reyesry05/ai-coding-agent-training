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habit-building module. Learners are not trying to be clever with prompts. They are trying to be safe, specific, and reviewable.</a:t>
            </a:r>
          </a:p>
          <a:p>
            <a:r>
              <a:t>Assume module 02 setup is complete. This module turns product access into safer prompt habits and prepares learners for the context controls in module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the first prompt sets the quality bar for the whole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AI often follows the level of specificity the user provides.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Ask as the lowest-risk starting point and Agent as the highest-autonomy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one bad example such as `make this better` and explain why it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learners this is the easiest reusable template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business meaning must remain intact even when wording improves. Use one KPI where a wording change would cause reporting drift if the definition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prompt quality to reproducibility and experiment reliability. A good answer should expose missing package, dataset, and random-seed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operational safety and dependency awareness. The safest prompt improves supportability without rewriting pipeline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value here is not just different text. The value is different risk and different review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the rule: never accept a change you cannot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exercise small. One file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instructor completion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examples from BI, DS, and DE work rather than abstract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the official docs with the workspace reference so learners have both product guidance and a local baseline they can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371600"/>
            <a:ext cx="5486400" cy="5486400"/>
          </a:xfrm>
          <a:prstGeom prst="ellipse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0"/>
            <a:ext cx="1371600" cy="1371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First Safe Prompts For Ask, Plan, And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C3C7"/>
                </a:solidFill>
                <a:latin typeface="Segoe UI"/>
              </a:rPr>
              <a:t>15 slides  |  BI, Data Science, Data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  <a:latin typeface="Segoe UI"/>
              </a:rPr>
              <a:t>AI Coding Agent Training  |  GitHub Copilot in VS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Title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First Safe Prompts For Ask, Plan, And Agent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Beginner module for BI, DS, and DE teams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Frame this as the habit-building module. Learners are not trying to be clever with prompts. They are trying to be safe, specific, and reviewable.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Assume module 02 setup is complete. This module turns product access into safer prompt habits and prepares learners for the context controls in module 04.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Pentagon 4"/>
          <p:cNvSpPr/>
          <p:nvPr/>
        </p:nvSpPr>
        <p:spPr>
          <a:xfrm>
            <a:off x="10972800" y="274320"/>
            <a:ext cx="548640" cy="548640"/>
          </a:xfrm>
          <a:prstGeom prst="homePlat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Choose Ask, Plan, or Agent appropriately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Improve vague prompts into safe prompts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Add scope, output, and validation criteria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 Agent output before accepting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Reinforce that the first prompt sets the quality bar for the whole interaction.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Why First Prompts Matter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Bad first prompts create bad first habits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Safer prompts reduce wasted edits and rework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Prompt quality matters more than prompt length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Explain that AI often follows the level of specificity the user provides.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Ask, Plan, And Agent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Ask: explain, orient, summarize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Plan: break work into reviewable steps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Agent: perform bounded implementation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Position Ask as the lowest-risk starting point and Agent as the highest-autonomy option.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Signs A Prompt Is Too Weak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vague goal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unclear scope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missing audience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no validation method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too much autonomy too 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Give one bad example such as `make this better` and explain why it fails.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Safe Prompt Formula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Goal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Scope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Audience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Expected output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Validation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Tell learners this is the easiest reusable template in the module.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BI Example</a:t>
            </a:r>
          </a:p>
        </p:txBody>
      </p:sp>
      <p:sp>
        <p:nvSpPr>
          <p:cNvPr id="5" name="Chevron 4"/>
          <p:cNvSpPr/>
          <p:nvPr/>
        </p:nvSpPr>
        <p:spPr>
          <a:xfrm>
            <a:off x="10972800" y="274320"/>
            <a:ext cx="548640" cy="5486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Explain a sales KPI glossary section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Plan clearer onboarding notes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Add a validation checklist for gross margin and YTD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Emphasize that business meaning must remain intact even when wording improves. Use one KPI where a wording change would cause reporting drift if the definition moved.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DS Example</a:t>
            </a:r>
          </a:p>
        </p:txBody>
      </p:sp>
      <p:sp>
        <p:nvSpPr>
          <p:cNvPr id="5" name="Chevron 4"/>
          <p:cNvSpPr/>
          <p:nvPr/>
        </p:nvSpPr>
        <p:spPr>
          <a:xfrm>
            <a:off x="10972800" y="274320"/>
            <a:ext cx="548640" cy="5486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Explain a churn-model notebook setup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Plan reproducibility improvements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Add environment, seed, and data-snapshot prerequisites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Connect prompt quality to reproducibility and experiment reliability. A good answer should expose missing package, dataset, and random-seed assumptions.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 Example</a:t>
            </a:r>
          </a:p>
        </p:txBody>
      </p:sp>
      <p:sp>
        <p:nvSpPr>
          <p:cNvPr id="5" name="Chevron 4"/>
          <p:cNvSpPr/>
          <p:nvPr/>
        </p:nvSpPr>
        <p:spPr>
          <a:xfrm>
            <a:off x="10972800" y="274320"/>
            <a:ext cx="548640" cy="5486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Explain an Airflow ingestion runbook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Plan validation notes for upstream tables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Add troubleshooting for failed daily backfills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Emphasize operational safety and dependency awareness. The safest prompt improves supportability without rewriting pipeline logic.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Compare Outputs By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Ask output: explanation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Plan output: sequence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 output: change proposal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The value here is not just different text. The value is different risk and different review burden.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Review Before Accepting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Inspect scope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Check file count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Verify one visible condition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Reject or refine if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Repeat the rule: never accept a change you cannot explain.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Prompt Practice Drill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Write one Ask prompt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Write one Plan prompt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Write one Agent prompt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Compare outputs and record one validation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Keep the exercise small. One file is enough.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Readiness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distinguish modes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improve a weak prompt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constrain Agent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Use this as the instructor completion check.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Team Debrief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Which mode feels safest to start with?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What makes a prompt reviewable?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Encourage examples from BI, DS, and DE work rather than abstract discussion.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5" name="Folded Corner 4"/>
          <p:cNvSpPr/>
          <p:nvPr/>
        </p:nvSpPr>
        <p:spPr>
          <a:xfrm>
            <a:off x="10972800" y="274320"/>
            <a:ext cx="548640" cy="548640"/>
          </a:xfrm>
          <a:prstGeom prst="foldedCorner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VS Code chat overview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VS Code prompt engineering guide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VS Code AI best practices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Workspace reference: references/copilot-agent-beginner-best-practices.md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Pair the official docs with the workspace reference so learners have both product guidance and a local baseline they can reuse.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First Safe Prompts For Ask, Plan, And Agent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914400"/>
            <a:ext cx="3931920" cy="3931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C3C7"/>
                </a:solidFill>
                <a:latin typeface="Segoe UI"/>
              </a:rPr>
              <a:t>First Safe Prompts For Ask, Plan, And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175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Segoe UI"/>
              </a:rPr>
              <a:t>AI Coding Agent Training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