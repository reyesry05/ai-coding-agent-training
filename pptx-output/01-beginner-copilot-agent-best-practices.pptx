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BI: Ask for an explanation of a reporting workflow.</a:t>
            </a:r>
          </a:p>
          <a:p>
            <a:r>
              <a:t>DS: Edit a notebook cell to add a missing seed parameter.</a:t>
            </a:r>
          </a:p>
          <a:p>
            <a:r>
              <a:t>DE: Plan a pipeline documentation improvement before any edits.</a:t>
            </a:r>
          </a:p>
          <a:p>
            <a:r>
              <a:t>DE: Agent can update a pipeline README after scope is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224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029200"/>
            <a:ext cx="1371600" cy="13716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Presenter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DC3C7"/>
                </a:solidFill>
                <a:latin typeface="Segoe UI"/>
              </a:rPr>
              <a:t>15 slides  |  BI, Data Science,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5A5A6"/>
                </a:solidFill>
                <a:latin typeface="Segoe UI"/>
              </a:rPr>
              <a:t>AI Coding Agent Training  |  GitHub Copilot in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Beginner Best Practices For GitHub Copilot Agents In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Audience: BI, DS, and DE practitioners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Focus: effective beginner workflows in VS Code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Outcome: better prompts, better review, safer 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Beginners Need A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Vague prompts lead to vague output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More autonomy increases review responsibility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Good habits reduce rework and confusion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The Four Built-In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Ask: explain and orient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Edit: targeted inline changes with diff review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Plan: propose steps before changes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Agent: execute across files and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Choose The Lightest Tool That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Use Ask for understanding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Use Edit for targeted file changes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Use Plan for shaping work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Use Agent for clear, bounded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840480" cy="2926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0C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D6D7E"/>
                </a:solidFill>
                <a:latin typeface="Segoe UI"/>
              </a:rPr>
              <a:t>PRESENTER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BI: Ask for an explanation of a reporting workflow.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DS: Edit a notebook cell to add a missing seed parameter.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DE: Plan a pipeline documentation improvement before any edits.</a:t>
            </a:r>
          </a:p>
          <a:p>
            <a:pPr>
              <a:spcAft>
                <a:spcPts val="400"/>
              </a:spcAft>
            </a:pPr>
            <a:r>
              <a:rPr sz="1100" i="1">
                <a:solidFill>
                  <a:srgbClr val="5D6D7E"/>
                </a:solidFill>
                <a:latin typeface="Segoe UI"/>
              </a:rPr>
              <a:t>DE: Agent can update a pipeline README after scope is agreed.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A Good Beginner Prompt Includes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Goal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Scope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Constraints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Expected output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Relevant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Context Improves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Active file and selection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`#file`, `#folder`, `#codebase`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`#fetch` for official docs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`@vscode` for product-specific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6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AF8"/>
                </a:solidFill>
                <a:latin typeface="Segoe UI"/>
              </a:rPr>
              <a:t>Time to practice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Demo Or Hands-On Moment</a:t>
            </a:r>
          </a:p>
        </p:txBody>
      </p:sp>
      <p:sp>
        <p:nvSpPr>
          <p:cNvPr id="5" name="Process 4"/>
          <p:cNvSpPr/>
          <p:nvPr/>
        </p:nvSpPr>
        <p:spPr>
          <a:xfrm>
            <a:off x="10972800" y="274320"/>
            <a:ext cx="548640" cy="548640"/>
          </a:xfrm>
          <a:prstGeom prst="flowChartProcess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Weak prompt: `Make this training better`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Better prompt: `Review #file and add a beginner validation checklist. Keep it Windows-first and change only this file.`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2ECC71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Result: smaller, reviewable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Review Before You Accept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Read the diffs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Check the command implications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Compare output to the request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Reject changes you cannot explain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BI Before And After -- SQL KPI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Scenario: Copilot improves a sales KPI view. Review the diff before approving.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Review: Did the AI change the **definition** of margin or just add clarity?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Decision: Keep, Revise, or Reject?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DS Before And After -- Notebook Cell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Scenario: Copilot adds reproducibility guards to a churn-model notebook cell.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Review: Are the **seed** and **data version comment** correct for your experiment?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Decision: Keep, Revise, or Reject?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DE Before And After -- Pipeline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Scenario: Copilot adds retry logic and operational notes to an Airflow task.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Review: Are the **retry count**, **delay**, and **escalation path** correct for your SLA?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Decision: Keep, Revise, or Reject?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Reuse What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Workspace instructions for shared defaults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Prompt files for repeatable tasks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New sessions when context drifts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Common Mistakes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0" y="274320"/>
            <a:ext cx="548640" cy="54864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Asking for too much at once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Picking Agent too early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Missing context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Skipping review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78D4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Staying in one noisy session too long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Validation And Reflection</a:t>
            </a:r>
          </a:p>
        </p:txBody>
      </p:sp>
      <p:sp>
        <p:nvSpPr>
          <p:cNvPr id="5" name="Decision 4"/>
          <p:cNvSpPr/>
          <p:nvPr/>
        </p:nvSpPr>
        <p:spPr>
          <a:xfrm>
            <a:off x="10972800" y="274320"/>
            <a:ext cx="548640" cy="548640"/>
          </a:xfrm>
          <a:prstGeom prst="flowChartDecision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Can you choose Ask vs Edit vs Plan vs Agent?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Can you refine a vague prompt?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Can you name what still needs verification?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74C3C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Which team habit should become an instruction?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References</a:t>
            </a:r>
          </a:p>
        </p:txBody>
      </p:sp>
      <p:sp>
        <p:nvSpPr>
          <p:cNvPr id="5" name="Folded Corner 4"/>
          <p:cNvSpPr/>
          <p:nvPr/>
        </p:nvSpPr>
        <p:spPr>
          <a:xfrm>
            <a:off x="10972800" y="274320"/>
            <a:ext cx="548640" cy="548640"/>
          </a:xfrm>
          <a:prstGeom prst="foldedCorner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Shared reference file in `references/`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Official GitHub Docs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5D6D7E"/>
                </a:solidFill>
                <a:latin typeface="Segoe UI"/>
              </a:rPr>
              <a:t>●  </a:t>
            </a:r>
            <a:r>
              <a:rPr sz="1800">
                <a:solidFill>
                  <a:srgbClr val="2C3E50"/>
                </a:solidFill>
                <a:latin typeface="Segoe UI"/>
              </a:rPr>
              <a:t>Official VS Code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Presenter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914400"/>
            <a:ext cx="3931920" cy="39319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Segoe UI"/>
              </a:rPr>
              <a:t>Presenter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389120"/>
            <a:ext cx="301752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egoe UI"/>
              </a:rPr>
              <a:t>AI Coding Agent Training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