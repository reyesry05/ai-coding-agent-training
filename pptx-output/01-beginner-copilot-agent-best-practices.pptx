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behavior baseline for the rest of the curriculum. The focus is not feature coverage. The focus is safe and repeatable use.</a:t>
            </a:r>
          </a:p>
          <a:p>
            <a:r>
              <a:t>Ask learners to name one task where faster output would be dangerous if it changed business meaning, experiment setup, or production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learners that these habits matter more than any single shortcut or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tone early: AI output is a draft, not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sequence should become the default mental model for beginners.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easiest reusable template learners can take back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weak context often looks like weak AI, even when the real issue is the prompt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learners to recognize these as normal mistakes, not personal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concrete example such as a sales dashboard glossary where terms like gross margin and net sales already have approved definitions.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prompt quality to experimental reliability. Show how a missing seed or data snapshot note can make a notebook look reproducible when it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operational caution and dependency awareness. A safe improvement is clarifying what to check before rerunning a failed daily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 the rule: never accept a change you cannot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short lab. The goal is habit formation, not large output.</a:t>
            </a:r>
          </a:p>
          <a:p>
            <a:r>
              <a:t>Demo cue: have learners rewrite one weak prompt from their own backlog and explain why their revised version is safer.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confirm readiness for module 02.</a:t>
            </a:r>
          </a:p>
          <a:p>
            <a:r>
              <a:t>Point forward explicitly: module 02 turns these review habits into actual product setup and readiness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learners to answer from their real BI, DS, or DE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workspace reference file and explain that it translates the official docs into the local beginner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34095" y="-1371600"/>
            <a:ext cx="5486400" cy="5486400"/>
          </a:xfrm>
          <a:prstGeom prst="ellipse">
            <a:avLst/>
          </a:prstGeom>
          <a:solidFill>
            <a:srgbClr val="22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Beginner Best Practices For GitHub Copilot Agents In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C3C7"/>
                </a:solidFill>
                <a:latin typeface="Segoe UI"/>
              </a:rPr>
              <a:t>15 slides  |  BI, Data Science, Data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5A5A6"/>
                </a:solidFill>
                <a:latin typeface="Segoe UI"/>
              </a:rPr>
              <a:t>AI Coding Agent Training  | 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Title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Beginner Best Practices For GitHub Copilot Agents In VS Code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Foundation module for BI, DS, and DE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the behavior baseline for the rest of the curriculum. The focus is not feature coverage. The focus is safe and repeatable use.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Ask learners to name one task where faster output would be dangerous if it changed business meaning, experiment setup, or production operations.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Learning Objectives</a:t>
            </a:r>
          </a:p>
        </p:txBody>
      </p:sp>
      <p:sp>
        <p:nvSpPr>
          <p:cNvPr id="5" name="Pentagon 4"/>
          <p:cNvSpPr/>
          <p:nvPr/>
        </p:nvSpPr>
        <p:spPr>
          <a:xfrm>
            <a:off x="10972800" y="274320"/>
            <a:ext cx="548640" cy="548640"/>
          </a:xfrm>
          <a:prstGeom prst="homePlat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choose Ask, Plan, or Agent appropriately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write more specific prompts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AI output before accepting it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understand basic guardrails and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Tell learners that these habits matter more than any single shortcut or feature.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Copilot Is An Assistant, Not An Authority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strong drafting tool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not a replacement for human judgment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can be wrong, incomplete, or overconfident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Set the tone early: AI output is a draft, not a decision.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Safe Beginner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 for orientation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Plan for multi-step work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 for bounded execution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before accepting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sequence should become the default mental model for beginners.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Strong Prompt Basics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clear goal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narrow scope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intended audience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expected output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validation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the easiest reusable template learners can take back to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Give Better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active file and selection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`#file`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`#codebase`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`#fetch`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Point out that weak context often looks like weak AI, even when the real issue is the prompt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Common Beginner Mistakes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asking for too much at once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starting with Agent too early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accepting plausible output without review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mixing unrelated tasks in one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learners to recognize these as normal mistakes, not personal failures.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BI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improve a sales KPI glossary safely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preserve revenue, margin, and YTD 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a concrete example such as a sales dashboard glossary where terms like gross margin and net sales already have approved definitions.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DS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explain a churn-model notebook workflow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 for environment, seed, and data-version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Connect prompt quality to experimental reliability. Show how a missing seed or data snapshot note can make a notebook look reproducible when it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an Airflow pipeline runbook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 for upstream dependency and retry validation guidance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Emphasize operational caution and dependency awareness. A safe improvement is clarifying what to check before rerunning a failed daily 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Review Before Accepting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read diffs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verify commands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confirm the output matches the ask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reject or refine when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Repeat the rule: never accept a change you cannot explain.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Time to practice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Process 4"/>
          <p:cNvSpPr/>
          <p:nvPr/>
        </p:nvSpPr>
        <p:spPr>
          <a:xfrm>
            <a:off x="10972800" y="274320"/>
            <a:ext cx="548640" cy="548640"/>
          </a:xfrm>
          <a:prstGeom prst="flowChartProcess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improve one weak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choose the safest mode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write one review rule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define one team guardrail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is a short lab. The goal is habit formation, not large output.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Demo cue: have learners rewrite one weak prompt from their own backlog and explain why their revised version is safer.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Validation Checklist</a:t>
            </a:r>
          </a:p>
        </p:txBody>
      </p:sp>
      <p:sp>
        <p:nvSpPr>
          <p:cNvPr id="5" name="Decision 4"/>
          <p:cNvSpPr/>
          <p:nvPr/>
        </p:nvSpPr>
        <p:spPr>
          <a:xfrm>
            <a:off x="10972800" y="274320"/>
            <a:ext cx="548640" cy="548640"/>
          </a:xfrm>
          <a:prstGeom prst="flowChartDecision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explain modes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improve prompt quality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E74C3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state a review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this slide to confirm readiness for module 02.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Point forward explicitly: module 02 turns these review habits into actual product setup and readiness checks.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What did you learn?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Cloud 4"/>
          <p:cNvSpPr/>
          <p:nvPr/>
        </p:nvSpPr>
        <p:spPr>
          <a:xfrm>
            <a:off x="10972800" y="274320"/>
            <a:ext cx="548640" cy="548640"/>
          </a:xfrm>
          <a:prstGeom prst="cloud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guardrail matters most?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1B3A5C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mistake is most likely in your team?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Ask learners to answer from their real BI, DS, or DE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References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10972800" y="274320"/>
            <a:ext cx="548640" cy="548640"/>
          </a:xfrm>
          <a:prstGeom prst="foldedCorner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Copilot overview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AI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agents tutorial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Workspace reference: references/copilot-agent-beginner-best-practices.md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Show the workspace reference file and explain that it translates the official docs into the local beginner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Beginner Best Practices For GitHub Copilot Agents In VS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C3C7"/>
                </a:solidFill>
                <a:latin typeface="Segoe UI"/>
              </a:rPr>
              <a:t>Beginner Best Practices For GitHub Copilot Agents In VS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389120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Segoe UI"/>
              </a:rPr>
              <a:t>AI Coding Agent Training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