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is about keeping accountability where it belongs: with the team using the output.</a:t>
            </a:r>
          </a:p>
          <a:p>
            <a:r>
              <a:t>Start by recapping the artifact-level risks from module 05, then shift the conversation from editing safely to deciding what can actually be kept, revised, or rejected before repo-backed work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clearly that style review is not enough for data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one short example from each audience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gives learners a reusable review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realistic and dangerous scenario. The AI-rewritten measure looks cleaner and is syntactically valid. A style-only review would approve it. But comparing to the original reveals that Discounts was silently dropped. Ask learners: how would you catch this without the side-by-side? Answer: always compare to the approved definition, not just to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subtle. The AI added a preprocessing step that looks reasonable but defeats the existing reproducibility guard. The `random_state` in `train_test_split` becomes meaningless if the input data order changes every run. Ask learners: would a code-only review catch this? Usually not -- you need to think about the data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 added a join that looks useful (product info enrichment) but introduced a dependency the pipeline scheduler does not know about. If `staging.products` loads at 06:00 and this job runs at 05:00, you get yesterday's product data or missing rows. Ask: how does your team track which tables a job depends on? That is the review question for DE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 in the AI is not evidence. Observable review 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learners to name one decision AI should not make for their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decisive review instead of default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Better prompts reduce review effort but do not remove review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artifact small and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 evidence for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team standards start to emerge.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teams to turn repeatable review rules into standard practice and record them where new learners can find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34095" y="-1371600"/>
            <a:ext cx="5486400" cy="5486400"/>
          </a:xfrm>
          <a:prstGeom prst="ellipse">
            <a:avLst/>
          </a:prstGeom>
          <a:solidFill>
            <a:srgbClr val="22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Review And Verify AI Output For Data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C3C7"/>
                </a:solidFill>
                <a:latin typeface="Segoe UI"/>
              </a:rPr>
              <a:t>15 slides  |  BI, Data Science, Data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5A5A6"/>
                </a:solidFill>
                <a:latin typeface="Segoe UI"/>
              </a:rPr>
              <a:t>AI Coding Agent Training  | 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Title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And Verify AI Output For Data Work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BI, DS, and DE review habits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module is about keeping accountability where it belongs: with the team using the output.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Start by recapping the artifact-level risks from module 05, then shift the conversation from editing safely to deciding what can actually be kept, revised, or rejected before repo-backed work begins.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Learning Objectives</a:t>
            </a:r>
          </a:p>
        </p:txBody>
      </p:sp>
      <p:sp>
        <p:nvSpPr>
          <p:cNvPr id="5" name="Pentagon 4"/>
          <p:cNvSpPr/>
          <p:nvPr/>
        </p:nvSpPr>
        <p:spPr>
          <a:xfrm>
            <a:off x="10972800" y="274320"/>
            <a:ext cx="548640" cy="548640"/>
          </a:xfrm>
          <a:prstGeom prst="homePlat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identify data-team-specific risks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beyond wording and style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document human validation work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make keep, revise, or reject decisions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State clearly that style review is not enough for data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Why Review Is Different In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business meaning can drift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reproducibility can break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operational assumptions can be missed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one short example from each audience if possible.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Review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business correctness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reproducibility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operational reliability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scope and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gives learners a reusable review checklist.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BI Review Lens -- Spot The Business Logic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Copilot rewrote a DAX measure. Find the mistake before approving.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changed? The AI **dropped the Discounts subtraction**.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Impact: Net revenue will be overstated in every report using this measure.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Verdict: **Reject.** The AI simplified the formula but broke the business definition.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a realistic and dangerous scenario. The AI-rewritten measure looks cleaner and is syntactically valid. A style-only review would approve it. But comparing to the original reveals that Discounts was silently dropped. Ask learners: how would you catch this without the side-by-side? Answer: always compare to the approved definition, not just to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DS Review Lens -- Spot The Reproducibility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Copilot added a preprocessing step to a notebook. Find the reproducibility risk.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changed? The AI added `df.sample(frac=1)` **without a random seed**.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Impact: Every run produces a different shuffle before the split. `random_state=42` in `train_test_split` no longer guarantees the same split.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Verdict: **Revise.** Add `random_state=42` to `df.sample()` or remove the shuffle since `train_test_split` already randomizes.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subtle. The AI added a preprocessing step that looks reasonable but defeats the existing reproducibility guard. The `random_state` in `train_test_split` becomes meaningless if the input data order changes every run. Ask learners: would a code-only review catch this? Usually not -- you need to think about the data flow.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 Review Lens -- Spot The Dependency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Copilot optimized a pipeline SQL query. Find the operational risk.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changed? The AI added a **JOIN to staging.products** that was not in the original.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Impact: If `staging.products` is not refreshed before this job runs, the join produces stale or missing data. The pipeline now has an **undeclared upstream dependency**.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Verdict: **Reject.** The new join adds a dependency that is not in the DAG schedule.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AI added a join that looks useful (product info enrichment) but introduced a dependency the pipeline scheduler does not know about. If `staging.products` loads at 06:00 and this job runs at 05:00, you get yesterday's product data or missing rows. Ask: how does your team track which tables a job depends on? That is the review question for DE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Counts As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source file comparison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explicit checklist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visible validation note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diff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Confidence in the AI is not evidence. Observable review is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Human Validation Boundaries</a:t>
            </a:r>
          </a:p>
        </p:txBody>
      </p:sp>
      <p:sp>
        <p:nvSpPr>
          <p:cNvPr id="5" name="Decision 4"/>
          <p:cNvSpPr/>
          <p:nvPr/>
        </p:nvSpPr>
        <p:spPr>
          <a:xfrm>
            <a:off x="10972800" y="274320"/>
            <a:ext cx="548640" cy="548640"/>
          </a:xfrm>
          <a:prstGeom prst="flowChartDecision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AI can draft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humans must still decide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Ask learners to name one decision AI should not make for their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Keep, Revise, Or Reject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keep when bounded and correct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revise when useful but incomplete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reject when meaning or risk is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decisive review instead of default acceptance.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Build Review Into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preserve meaning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include validation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list assumptions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limit 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Better prompts reduce review effort but do not remove review responsibility.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Time to practice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Review Decision Exercise</a:t>
            </a:r>
          </a:p>
        </p:txBody>
      </p:sp>
      <p:sp>
        <p:nvSpPr>
          <p:cNvPr id="5" name="Process 4"/>
          <p:cNvSpPr/>
          <p:nvPr/>
        </p:nvSpPr>
        <p:spPr>
          <a:xfrm>
            <a:off x="10972800" y="274320"/>
            <a:ext cx="548640" cy="548640"/>
          </a:xfrm>
          <a:prstGeom prst="flowChartProcess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one AI result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identify one risk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identify one human follow-up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make a decision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Keep the artifact small and specific.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Decision Readiness 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name a risk category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review beyond style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justify a decision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Require evidence for the decision.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Approval Debrief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risk matters most for your team?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should always need human approval?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where team standards start to emerge.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References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10972800" y="274320"/>
            <a:ext cx="548640" cy="548640"/>
          </a:xfrm>
          <a:prstGeom prst="foldedCorner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AI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Copilot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Workspace module: materials/06-review-and-verify-ai-output-for-data-work/README.md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Workspace reference: references/copilot-agent-beginner-best-practices.md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teams to turn repeatable review rules into standard practice and record them where new learners can find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Review And Verify AI Output For Data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C3C7"/>
                </a:solidFill>
                <a:latin typeface="Segoe UI"/>
              </a:rPr>
              <a:t>Review And Verify AI Output For Data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389120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Segoe UI"/>
              </a:rPr>
              <a:t>AI Coding Agent Training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