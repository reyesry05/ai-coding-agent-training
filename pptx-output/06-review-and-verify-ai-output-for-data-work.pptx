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is about keeping accountability where it belongs: with the team using the output.</a:t>
            </a:r>
          </a:p>
          <a:p>
            <a:r>
              <a:t>Start by recapping the artifact-level risks from module 05, then shift the conversation from editing safely to deciding what can actually be kept, revised, or rejected before repo-backed work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 that style review is not enough for data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one short example from each audience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gives learners a reusable review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meaning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 prerequisites are a common failure point in notebook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review should always consider downstream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 in the AI is not evidence. Observable review 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learners to name one decision AI should not make for their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decisive review instead of default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prompts reduce review effort but do not remove review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artifact small and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 evidence for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team standards start to emerge.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teams to turn repeatable review rules into standard practice and record them where new learners can find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Review And Verify AI Output For Data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C7"/>
                </a:solidFill>
                <a:latin typeface="Segoe UI"/>
              </a:rPr>
              <a:t>15 slides  |  BI, Data Science,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  <a:latin typeface="Segoe UI"/>
              </a:rPr>
              <a:t>AI Coding Agent Training  |  GitHub Copilot in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And Verify AI Output For Data Work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BI, DS, and DE review habits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module is about keeping accountability where it belongs: with the team using the output.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Start by recapping the artifact-level risks from module 05, then shift the conversation from editing safely to deciding what can actually be kept, revised, or rejected before repo-backed work begins.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Pentagon 4"/>
          <p:cNvSpPr/>
          <p:nvPr/>
        </p:nvSpPr>
        <p:spPr>
          <a:xfrm>
            <a:off x="10972800" y="274320"/>
            <a:ext cx="548640" cy="548640"/>
          </a:xfrm>
          <a:prstGeom prst="homePlat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identify data-team-specific risks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beyond wording and style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document human validation work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make keep, revise, or reject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State clearly that style review is not enough for data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Review Is Different In Data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business meaning can drift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reproducibility can break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operational assumptions can be missed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Use one short example from each audience if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Review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business correctness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reproducibility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operational reliability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scope and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gives learners a reusable review checklist.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BI Review Lens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definitions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metrics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business assumptions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Emphasize meaning preservation.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DS Review Lens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prerequisites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environment assumptions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reproducibility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Missing prerequisites are a common failure point in notebook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 Review Lens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dependencies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failure handling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scheduling and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DE review should always consider downstream impact.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Counts As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source file comparison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explicit checklist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visible validation note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diff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Confidence in the AI is not evidence. Observable review is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Human Validation Boundaries</a:t>
            </a:r>
          </a:p>
        </p:txBody>
      </p:sp>
      <p:sp>
        <p:nvSpPr>
          <p:cNvPr id="5" name="Decision 4"/>
          <p:cNvSpPr/>
          <p:nvPr/>
        </p:nvSpPr>
        <p:spPr>
          <a:xfrm>
            <a:off x="10972800" y="274320"/>
            <a:ext cx="548640" cy="548640"/>
          </a:xfrm>
          <a:prstGeom prst="flowChartDecision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AI can draft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humans must still decide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Ask learners to name one decision AI should not make for their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Keep, Revise, Or Reject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keep when bounded and correct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revise when useful but incomplete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reject when meaning or risk is unclear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decisive review instead of default acceptance.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Build Review Into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preserve meaning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include validation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list assumptions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limit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Better prompts reduce review effort but do not remove review responsibility.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Time to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Review Decision Exercise</a:t>
            </a:r>
          </a:p>
        </p:txBody>
      </p:sp>
      <p:sp>
        <p:nvSpPr>
          <p:cNvPr id="5" name="Process 4"/>
          <p:cNvSpPr/>
          <p:nvPr/>
        </p:nvSpPr>
        <p:spPr>
          <a:xfrm>
            <a:off x="10972800" y="274320"/>
            <a:ext cx="548640" cy="548640"/>
          </a:xfrm>
          <a:prstGeom prst="flowChartProcess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one AI result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identify one risk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identify one human follow-up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make a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Keep the artifact small and specific.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Decision Readiness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name a risk category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review beyond style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justify a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Require evidence for the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Approval Debrief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risk matters most for your team?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should always need human approval?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is where team standards start to emerge.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0972800" y="274320"/>
            <a:ext cx="548640" cy="548640"/>
          </a:xfrm>
          <a:prstGeom prst="foldedCorner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AI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Copilot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module: materials/06-review-and-verify-ai-output-for-data-work/README.md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reference: references/copilot-agent-beginner-best-practices.md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teams to turn repeatable review rules into standard practice and record them where new learners can find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Review And Verify AI Output For Data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Segoe UI"/>
              </a:rPr>
              <a:t>Review And Verify AI Output For Data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egoe UI"/>
              </a:rPr>
              <a:t>AI Coding Agent Training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