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clarifying that this session is about readiness and safe first use.</a:t>
            </a:r>
          </a:p>
          <a:p>
            <a:r>
              <a:t>The goal is not advanced prompting. The goal is to make sure learners can get into the product, confirm that agents are available, and use them without guessing.</a:t>
            </a:r>
          </a:p>
          <a:p>
            <a:r>
              <a:t>Assume learners already know the module 01 baseline: Ask, Edit, Plan, Agent, then review. This module turns that behavior model into actual product readiness and prepares them for module 03 prompt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learners that if they leave with only one behavior change, it should be this: start with lower-risk interaction modes and verify before accepting.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the difference between having a GitHub account and having Copilot access.</a:t>
            </a:r>
          </a:p>
          <a:p>
            <a:r>
              <a:t>Mention that Copilot Free can be enough for first exposure, depending on current plan limits.</a:t>
            </a:r>
          </a:p>
          <a:p>
            <a:r>
              <a:t>Tie the examples back to BI, data science, and data engineering teams so the setup feels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Normalize these blockers. Beginners often assume they are doing something wrong when the real issue is licensing, policy, or missing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where learners can confirm identity inside VS Code.</a:t>
            </a:r>
          </a:p>
          <a:p>
            <a:r>
              <a:t>If your organization uses multiple GitHub identities, stress that this is the first thing to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chat availability and agent availability are related but not identical.</a:t>
            </a:r>
          </a:p>
          <a:p>
            <a:r>
              <a:t>If Chat exists but Agent does not, the environment still needs more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agent picker if possible.</a:t>
            </a:r>
          </a:p>
          <a:p>
            <a:r>
              <a:t>State clearly that agent features can be admin-controlled.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an empty workspace leads to vague answers.</a:t>
            </a:r>
          </a:p>
          <a:p>
            <a:r>
              <a:t>Connect this to the broader habit of supplying explicit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sequence prevents beginners from over-delegating too early.</a:t>
            </a:r>
          </a:p>
          <a:p>
            <a:r>
              <a:t>Reinforce that Agent is useful, but not the default first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prompt slowly and point out why it is safe.</a:t>
            </a:r>
          </a:p>
          <a:p>
            <a:r>
              <a:t>Show that the prompts specify scope, tone, and expected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guardrail of the entire module.</a:t>
            </a:r>
          </a:p>
          <a:p>
            <a:r>
              <a:t>Give one example of a plausible-looking but incomplete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lab observable.</a:t>
            </a:r>
          </a:p>
          <a:p>
            <a:r>
              <a:t>Encourage learners to capture screenshots or short notes of each success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the completion check for the session.</a:t>
            </a:r>
          </a:p>
          <a:p>
            <a:r>
              <a:t>If a learner cannot demonstrate one of these items, stop and resolve that gap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debrief rather than a quiz.</a:t>
            </a:r>
          </a:p>
          <a:p>
            <a:r>
              <a:t>The reflection is intended to strengthen habits, not test memorization.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learners to rely on first-party documentation when product behavior changes.</a:t>
            </a:r>
          </a:p>
          <a:p>
            <a:r>
              <a:t>Mention that internal training material should be updated when official UI or policies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371600"/>
            <a:ext cx="5486400" cy="5486400"/>
          </a:xfrm>
          <a:prstGeom prst="ellipse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0"/>
            <a:ext cx="1371600" cy="1371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Set Up GitHub Copilot Agents In VS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C3C7"/>
                </a:solidFill>
                <a:latin typeface="Segoe UI"/>
              </a:rPr>
              <a:t>15 slides  |  BI, Data Science, Data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  <a:latin typeface="Segoe UI"/>
              </a:rPr>
              <a:t>AI Coding Agent Training  |  GitHub Copilot in VS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Title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Set Up GitHub Copilot Agents In VS Code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Beginner setup module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Technical staff familiar with VS Code, new to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24231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Open by clarifying that this session is about readiness and safe first use.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The goal is not advanced prompting. The goal is to make sure learners can get into the product, confirm that agents are available, and use them without guessing.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Assume learners already know the module 01 baseline: Ask, Edit, Plan, Agent, then review. This module turns that behavior model into actual product readiness and prepares them for module 03 prompt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Pentagon 4"/>
          <p:cNvSpPr/>
          <p:nvPr/>
        </p:nvSpPr>
        <p:spPr>
          <a:xfrm>
            <a:off x="10972800" y="274320"/>
            <a:ext cx="548640" cy="548640"/>
          </a:xfrm>
          <a:prstGeom prst="homePlat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Explain the prerequisites for GitHub Copilot agents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Verify Copilot, Chat, and agent availability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Open a suitable workspace for agent context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Start a first safe session using Ask, Edit, Plan, then Agent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Review output before accepting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Tell learners that if they leave with only one behavior change, it should be this: start with lower-risk interaction modes and verify before accepting.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What Learners Need Before Starting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Windows with Visual Studio Code installed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GitHub account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GitHub Copilot entitlement or Copilot Free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GitHub Copilot and GitHub Copilot Chat extensions enabled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Small practice workspace open in VS Code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GitHub or Azure DevOps repository access when practicing in a team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24231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Clarify the difference between having a GitHub account and having Copilot access.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Mention that Copilot Free can be enough for first exposure, depending on current plan limits.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Tie the examples back to BI, data science, and data engineering teams so the setup feels relevant.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Common Setup Blockers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Wrong GitHub account signed in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Missing or disabled extensions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Agent picker not visible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Organization policy disabling agent features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Empty or irrelevant workspace causing generic answers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Normalize these blockers. Beginners often assume they are doing something wrong when the real issue is licensing, policy, or missing extensions.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Step 1: Confirm Account And Product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Sign in to GitHub in VS Code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Check the Copilot status bar entry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Confirm the correct account has Copilot access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Copilot shows as available instead of prompting for sign-in or purchase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Demonstrate where learners can confirm identity inside VS Code.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If your organization uses multiple GitHub identities, stress that this is the first thing to verify.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Step 2: Verify Extensions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Open Extensions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Confirm GitHub Copilot is installed and enabled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Confirm GitHub Copilot Chat is installed and enabled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Reload VS Code if needed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Chat entry point is visible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Explain that chat availability and agent availability are related but not identical.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If Chat exists but Agent does not, the environment still needs more investigation.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AF8"/>
                </a:solidFill>
                <a:latin typeface="Segoe UI"/>
              </a:rPr>
              <a:t>Time to practice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Step 3: Verify Agents Are Available</a:t>
            </a:r>
          </a:p>
        </p:txBody>
      </p:sp>
      <p:sp>
        <p:nvSpPr>
          <p:cNvPr id="5" name="Process 4"/>
          <p:cNvSpPr/>
          <p:nvPr/>
        </p:nvSpPr>
        <p:spPr>
          <a:xfrm>
            <a:off x="10972800" y="274320"/>
            <a:ext cx="548640" cy="548640"/>
          </a:xfrm>
          <a:prstGeom prst="flowChartProcess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Open Chat with Ctrl+Alt+I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Look for Ask, Edit, Plan, and Agent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If missing, update VS Code and extensions first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If still missing, check organization policy or tenant restrictions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Show the agent picker if possible.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State clearly that agent features can be admin-controlled.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Step 4: Open A Good Workspace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Use a small, relevant practice folder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Prefer a safe sample from GitHub or Azure DevOps if the team already works that way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Keep only related files open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If needed, create a simple README or starter file for context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Better context improves agent output 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Explain why an empty workspace leads to vague answers.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Connect this to the broader habit of supplying explicit context.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Safe Beginner Progression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Ask for orientation or explanation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Plan for structure and task breakdown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Agent only after the goal and success criteria are clear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This sequence prevents beginners from over-delegating too early.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Reinforce that Agent is useful, but not the default first move.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Demo Prompt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Ask: Explain what files are in this workspace and what kind of project it appears to be.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Plan: Create a short plan for adding a beginner-friendly setup guide for GitHub Copilot agents to this workspace.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Agent: Create a draft README section that lists the prerequisites for using GitHub Copilot agents in VS Code. Keep it beginner-friendly and Windows-first.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Read each prompt slowly and point out why it is safe.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Show that the prompts specify scope, tone, and expected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Review Before Accepting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Read diffs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Check proposed commands before running them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Compare output to the original request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Verify at least one visible detail before accepting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Never accept a change you cannot explain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This is the core guardrail of the entire module.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Give one example of a plausible-looking but incomplete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AF8"/>
                </a:solidFill>
                <a:latin typeface="Segoe UI"/>
              </a:rPr>
              <a:t>Time to practice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Hands-On Lab</a:t>
            </a:r>
          </a:p>
        </p:txBody>
      </p:sp>
      <p:sp>
        <p:nvSpPr>
          <p:cNvPr id="5" name="Process 4"/>
          <p:cNvSpPr/>
          <p:nvPr/>
        </p:nvSpPr>
        <p:spPr>
          <a:xfrm>
            <a:off x="10972800" y="274320"/>
            <a:ext cx="548640" cy="548640"/>
          </a:xfrm>
          <a:prstGeom prst="flowChartProcess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Sign in to the correct GitHub account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Verify extensions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Confirm Ask, Edit, Plan, and Agent availability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Open a small practice workspace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Run one Ask, one Plan, and one Agent prompt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Record one thing you verified before accepting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Keep the lab observable.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Encourage learners to capture screenshots or short notes of each success check.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Validation Checklist</a:t>
            </a:r>
          </a:p>
        </p:txBody>
      </p:sp>
      <p:sp>
        <p:nvSpPr>
          <p:cNvPr id="5" name="Decision 4"/>
          <p:cNvSpPr/>
          <p:nvPr/>
        </p:nvSpPr>
        <p:spPr>
          <a:xfrm>
            <a:off x="10972800" y="274320"/>
            <a:ext cx="548640" cy="548640"/>
          </a:xfrm>
          <a:prstGeom prst="flowChartDecision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74C3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list prerequisites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74C3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explain the difference between Chat and agent access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74C3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identify Ask, Edit, Plan, and Agent or explain why unavailable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74C3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write one specific low-risk starter prompt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74C3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Learner can describe one verification step they performed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Use this slide as the completion check for the session.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If a learner cannot demonstrate one of these items, stop and resolve that gap before moving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AF8"/>
                </a:solidFill>
                <a:latin typeface="Segoe UI"/>
              </a:rPr>
              <a:t>What did you learn?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Reflection</a:t>
            </a:r>
          </a:p>
        </p:txBody>
      </p:sp>
      <p:sp>
        <p:nvSpPr>
          <p:cNvPr id="5" name="Cloud 4"/>
          <p:cNvSpPr/>
          <p:nvPr/>
        </p:nvSpPr>
        <p:spPr>
          <a:xfrm>
            <a:off x="10972800" y="274320"/>
            <a:ext cx="548640" cy="548640"/>
          </a:xfrm>
          <a:prstGeom prst="cloud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1B3A5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What setup step caused the most friction?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1B3A5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Why start with Ask or Plan before Agent?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1B3A5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What makes a workspace useful to an agent?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1B3A5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What review rule should every beginner follow?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Use this as a debrief rather than a quiz.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The reflection is intended to strengthen habits, not test memorization.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References</a:t>
            </a:r>
          </a:p>
        </p:txBody>
      </p:sp>
      <p:sp>
        <p:nvSpPr>
          <p:cNvPr id="5" name="Folded Corner 4"/>
          <p:cNvSpPr/>
          <p:nvPr/>
        </p:nvSpPr>
        <p:spPr>
          <a:xfrm>
            <a:off x="10972800" y="274320"/>
            <a:ext cx="548640" cy="548640"/>
          </a:xfrm>
          <a:prstGeom prst="foldedCorner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VS Code Copilot overview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VS Code chat overview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VS Code agents tutorial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VS Code AI best practices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GitHub Copilot best practices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Workspace reference: references/copilot-agent-beginner-best-practices.md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92024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Encourage learners to rely on first-party documentation when product behavior changes.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Mention that internal training material should be updated when official UI or policies change.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Set Up GitHub Copilot Agents In VS Code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914400"/>
            <a:ext cx="3931920" cy="3931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C3C7"/>
                </a:solidFill>
                <a:latin typeface="Segoe UI"/>
              </a:rPr>
              <a:t>Set Up GitHub Copilot Agents In VS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175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Segoe UI"/>
              </a:rPr>
              <a:t>AI Coding Agent Training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