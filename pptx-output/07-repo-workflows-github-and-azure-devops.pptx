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module connects local Copilot use to real team workflows. The emphasis is on discipline, not automation for its own sake.</a:t>
            </a:r>
          </a:p>
          <a:p>
            <a:r>
              <a:t>Open by framing this as the final transfer step: the same keep, revise, or reject discipline from module 06 now has to hold up when changes are visible to teammates in GitHub or Azure DevOps.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repository-backed work raises the review 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local draft can be messy. A repo change affects everyone who reads the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training platform-agnostic where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patterns reduce the chance of broad, hard-to-review diffs.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meaning should not drift because wording improved.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Separate support content from analysis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DE work, reviewability and operational safety come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response text is not the deliverable. The diff is the deliverable.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learners to reject confidently when the scope or meaning is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matters because many teams overfocus on platform differences and miss the shared review habits.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file is enough for the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 a reason for any keep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Pull examples from each audience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teams to turn the repo-safe prompt patterns into standard practice and store those rules where both GitHub and Azure DevOps teams can find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34095" y="-1371600"/>
            <a:ext cx="5486400" cy="5486400"/>
          </a:xfrm>
          <a:prstGeom prst="ellipse">
            <a:avLst/>
          </a:prstGeom>
          <a:solidFill>
            <a:srgbClr val="22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0"/>
            <a:ext cx="1371600" cy="13716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"/>
              </a:rPr>
              <a:t>Repo Workflows In GitHub And Azure DevOps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DC3C7"/>
                </a:solidFill>
                <a:latin typeface="Segoe UI"/>
              </a:rPr>
              <a:t>15 slides  |  BI, Data Science, Data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274320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5A5A6"/>
                </a:solidFill>
                <a:latin typeface="Segoe UI"/>
              </a:rPr>
              <a:t>AI Coding Agent Training  |  GitHub Copilot in VS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Title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Repo Workflows In GitHub And Azure DevOps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Safe repository-backed Copilot 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92024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This module connects local Copilot use to real team workflows. The emphasis is on discipline, not automation for its own sake.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Open by framing this as the final transfer step: the same keep, revise, or reject discipline from module 06 now has to hold up when changes are visible to teammates in GitHub or Azure DevOps.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Repo Workflows In GitHub And Azure DevOps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Learning Objectives</a:t>
            </a:r>
          </a:p>
        </p:txBody>
      </p:sp>
      <p:sp>
        <p:nvSpPr>
          <p:cNvPr id="5" name="Pentagon 4"/>
          <p:cNvSpPr/>
          <p:nvPr/>
        </p:nvSpPr>
        <p:spPr>
          <a:xfrm>
            <a:off x="10972800" y="274320"/>
            <a:ext cx="548640" cy="548640"/>
          </a:xfrm>
          <a:prstGeom prst="homePlat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work safely in repo-backed workspaces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constrain Copilot changes to reviewable scope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review diffs before commit or PR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apply the same habits in GitHub and Azure DevOps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Explain that repository-backed work raises the review bar.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Repo Workflows In GitHub And Azure DevOps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Why Repo Context Changes The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shared history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review by teammates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branch and PR expectations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less room for vague edits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A local draft can be messy. A repo change affects everyone who reads the history.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Repo Workflows In GitHub And Azure DevOps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Shared Safe Habits Across Platforms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small changes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explicit scope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diff review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validation before commit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Keep the training platform-agnostic where possible.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Repo Workflows In GitHub And Azure DevOps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Good Repo-Safe Prompt Patterns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update one section only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preserve headings and tone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do not modify other files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ask clarifying questions if scope is unclear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These patterns reduce the chance of broad, hard-to-review diffs.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Repo Workflows In GitHub And Azure DevOps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BI Example</a:t>
            </a:r>
          </a:p>
        </p:txBody>
      </p:sp>
      <p:sp>
        <p:nvSpPr>
          <p:cNvPr id="5" name="Chevron 4"/>
          <p:cNvSpPr/>
          <p:nvPr/>
        </p:nvSpPr>
        <p:spPr>
          <a:xfrm>
            <a:off x="10972800" y="274320"/>
            <a:ext cx="548640" cy="548640"/>
          </a:xfrm>
          <a:prstGeom prst="chevron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improve a sales KPI glossary section in a repo README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keep gross margin and net sales definitions unchanged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Business meaning should not drift because wording improved.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Repo Workflows In GitHub And Azure DevOps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DS Example</a:t>
            </a:r>
          </a:p>
        </p:txBody>
      </p:sp>
      <p:sp>
        <p:nvSpPr>
          <p:cNvPr id="5" name="Chevron 4"/>
          <p:cNvSpPr/>
          <p:nvPr/>
        </p:nvSpPr>
        <p:spPr>
          <a:xfrm>
            <a:off x="10972800" y="274320"/>
            <a:ext cx="548640" cy="548640"/>
          </a:xfrm>
          <a:prstGeom prst="chevron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add notebook prerequisites and data snapshot notes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do not change feature engineering or model logic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Separate support content from analysis changes.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Repo Workflows In GitHub And Azure DevOps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DE Example</a:t>
            </a:r>
          </a:p>
        </p:txBody>
      </p:sp>
      <p:sp>
        <p:nvSpPr>
          <p:cNvPr id="5" name="Chevron 4"/>
          <p:cNvSpPr/>
          <p:nvPr/>
        </p:nvSpPr>
        <p:spPr>
          <a:xfrm>
            <a:off x="10972800" y="274320"/>
            <a:ext cx="548640" cy="548640"/>
          </a:xfrm>
          <a:prstGeom prst="chevron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improve troubleshooting notes for a pipeline runbook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keep deployment order, rollback, and on-call steps unchanged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For DE work, reviewability and operational safety come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Repo Workflows In GitHub And Azure DevOps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Review The Diff, Not Just The Response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inspect exact changes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compare to request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check reviewability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The response text is not the deliverable. The diff is the deliverable.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Repo Workflows In GitHub And Azure DevOps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Keep, Revise, Or Reject In Repo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ready for commit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needs another pass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not safe to merge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Encourage learners to reject confidently when the scope or meaning is off.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Repo Workflows In GitHub And Azure DevOps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Platform-Agnostic Message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GitHub and Azure DevOps differ in tooling details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safe habits are largely the same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This matters because many teams overfocus on platform differences and miss the shared review habits.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Repo Workflows In GitHub And Azure DevOps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6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006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Segoe UI"/>
              </a:rPr>
              <a:t>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6EAF8"/>
                </a:solidFill>
                <a:latin typeface="Segoe UI"/>
              </a:rPr>
              <a:t>Time to practice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Repo Change Exercise</a:t>
            </a:r>
          </a:p>
        </p:txBody>
      </p:sp>
      <p:sp>
        <p:nvSpPr>
          <p:cNvPr id="5" name="Process 4"/>
          <p:cNvSpPr/>
          <p:nvPr/>
        </p:nvSpPr>
        <p:spPr>
          <a:xfrm>
            <a:off x="10972800" y="274320"/>
            <a:ext cx="548640" cy="548640"/>
          </a:xfrm>
          <a:prstGeom prst="flowChartProcess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make one small repo-backed change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review the diff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decide keep, revise, or reject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One file is enough for the exercise.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Repo Workflows In GitHub And Azure DevOps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Merge-Readiness 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learner can constrain repo scope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learner can review diff quality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learner can justify readiness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Require a reason for any keep decision.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Repo Workflows In GitHub And Azure DevOps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Team Workflow Debrief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what makes a change commit-ready?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what should never skip review?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Pull examples from each audience group.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Repo Workflows In GitHub And Azure DevOps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References</a:t>
            </a:r>
          </a:p>
        </p:txBody>
      </p:sp>
      <p:sp>
        <p:nvSpPr>
          <p:cNvPr id="5" name="Folded Corner 4"/>
          <p:cNvSpPr/>
          <p:nvPr/>
        </p:nvSpPr>
        <p:spPr>
          <a:xfrm>
            <a:off x="10972800" y="274320"/>
            <a:ext cx="548640" cy="548640"/>
          </a:xfrm>
          <a:prstGeom prst="foldedCorner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5D6D7E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VS Code chat overview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5D6D7E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VS Code AI best practices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5D6D7E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GitHub Copilot best practices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5D6D7E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Workspace module: materials/07-repo-workflows-github-and-azure-devops/README.md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5D6D7E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Workspace reference: references/copilot-agent-beginner-best-practices.md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Encourage teams to turn the repo-safe prompt patterns into standard practice and store those rules where both GitHub and Azure DevOps teams can find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Repo Workflows In GitHub And Azure DevOps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0" y="914400"/>
            <a:ext cx="3931920" cy="39319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918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DC3C7"/>
                </a:solidFill>
                <a:latin typeface="Segoe UI"/>
              </a:rPr>
              <a:t>Repo Workflows In GitHub And Azure DevOps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389120"/>
            <a:ext cx="301752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5A5A6"/>
                </a:solidFill>
                <a:latin typeface="Segoe UI"/>
              </a:rPr>
              <a:t>AI Coding Agent Training  |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